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rain" userId="c9d3030eaea05e55" providerId="LiveId" clId="{789CACEA-7DCD-4B95-BF0A-76ACB2D052A1}"/>
    <pc:docChg chg="custSel modSld sldOrd">
      <pc:chgData name="Andrew Brain" userId="c9d3030eaea05e55" providerId="LiveId" clId="{789CACEA-7DCD-4B95-BF0A-76ACB2D052A1}" dt="2026-04-29T17:36:41.508" v="8"/>
      <pc:docMkLst>
        <pc:docMk/>
      </pc:docMkLst>
      <pc:sldChg chg="addSp delSp modSp mod">
        <pc:chgData name="Andrew Brain" userId="c9d3030eaea05e55" providerId="LiveId" clId="{789CACEA-7DCD-4B95-BF0A-76ACB2D052A1}" dt="2026-04-29T17:20:06.715" v="6" actId="1076"/>
        <pc:sldMkLst>
          <pc:docMk/>
          <pc:sldMk cId="0" sldId="259"/>
        </pc:sldMkLst>
        <pc:picChg chg="add mod">
          <ac:chgData name="Andrew Brain" userId="c9d3030eaea05e55" providerId="LiveId" clId="{789CACEA-7DCD-4B95-BF0A-76ACB2D052A1}" dt="2026-04-29T17:20:06.715" v="6" actId="1076"/>
          <ac:picMkLst>
            <pc:docMk/>
            <pc:sldMk cId="0" sldId="259"/>
            <ac:picMk id="3" creationId="{1907078C-6959-98D9-24C4-67C55CA7A8FC}"/>
          </ac:picMkLst>
        </pc:picChg>
        <pc:picChg chg="del">
          <ac:chgData name="Andrew Brain" userId="c9d3030eaea05e55" providerId="LiveId" clId="{789CACEA-7DCD-4B95-BF0A-76ACB2D052A1}" dt="2026-04-29T17:19:50.123" v="1" actId="478"/>
          <ac:picMkLst>
            <pc:docMk/>
            <pc:sldMk cId="0" sldId="259"/>
            <ac:picMk id="72" creationId="{00000000-0000-0000-0000-000000000000}"/>
          </ac:picMkLst>
        </pc:picChg>
      </pc:sldChg>
      <pc:sldChg chg="ord modNotes">
        <pc:chgData name="Andrew Brain" userId="c9d3030eaea05e55" providerId="LiveId" clId="{789CACEA-7DCD-4B95-BF0A-76ACB2D052A1}" dt="2026-04-29T17:36:41.508" v="8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b511c1f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b511c1f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ab511c1f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ab511c1f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b511c1f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ab511c1f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ab511c1f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ab511c1f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ab511c1fa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ab511c1fa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ab511c1f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ab511c1f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ab511c1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ab511c1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b511c1fa_0_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ab511c1fa_0_7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b511c1fa_0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ab511c1fa_0_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ab511c1fa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ab511c1fa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ab511c1f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ab511c1f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ab511c1f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ab511c1f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b511c1fa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ab511c1fa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Pattern Generator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Andrew Brain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2020500"/>
            <a:ext cx="8520600" cy="11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Diagram</a:t>
            </a:r>
            <a:endParaRPr/>
          </a:p>
        </p:txBody>
      </p:sp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850" y="572700"/>
            <a:ext cx="6078899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 Layout and Addressing Math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 Buffer Layout</a:t>
            </a:r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48x48 Grid: 2304 bits (288 bytes), bit-packed frame buffer where every bit represents an individual pixel.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frame buffer can be thought of as being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48, 6-byte-wide rows. Each 6 bytes represent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row with the MSB representing the leftmost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pixel and the LSB representing the rightmost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pixel.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07078C-6959-98D9-24C4-67C55CA7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725" y="1523998"/>
            <a:ext cx="3927487" cy="2909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Math in terms of Bytes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ARM’s load and store instructions are based on bytes, meaning our frame buffer can be thought of as a 288 long array with a byte corresponding to 8 pixels being held in each index. 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Arr = {byte0, byte1, byte2, byte3, byte4, byte5, byte6, byte7, …}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byteIndex = (row * 6) + byteCol                (row : 0-47, byteCol: 0-5)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memoryAddress = byteIndex + frameBufferMemoryAddress 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ctrTitle"/>
          </p:nvPr>
        </p:nvSpPr>
        <p:spPr>
          <a:xfrm>
            <a:off x="311700" y="2058600"/>
            <a:ext cx="8520600" cy="10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Performance Choice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 Done on Rows not on Bytes/Bits</a:t>
            </a:r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Branch, store, and load instructions are a drag on performance, so reducing branches and loads can boost performance.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can remove load instructions drag by having bitwise operations not require loading from framebuffer.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Efficiency : # bits written / # bits able to be written.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Doing a bit-by-bit traversal would mean a 1.5% usage of bitmask and 2304 iterations/branches.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Doing a byte-by-byte traversal would mean a 12.5% usage of bitmask and 288 iterations/branches.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Doing a full row traversal (48 bits) would mean a 75% usage of bitmask and 48 iterations/branches.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we are clever enough to write all 64 bits of the bitmask we only would need to do 36 iterations/branches.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786" y="152399"/>
            <a:ext cx="798642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22700" cy="23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Zebra Pattern: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01010101 01010101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01010101 01010101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01010101 01010101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01010101 01010101</a:t>
            </a:r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11700" y="3547975"/>
            <a:ext cx="8345700" cy="23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Frame Buffer: 64 bits can all be done in one iteration/store-instruction.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0101010101010101010101010101010101010101010101010101010101010101 </a:t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659" y="1152475"/>
            <a:ext cx="2340683" cy="222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22700" cy="23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Checkerboard Pattern: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01010101 01010101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10101010 10101010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01010101 01010101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1010101 010101010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3547975"/>
            <a:ext cx="8345700" cy="23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Frame Buffer: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134F5C"/>
                </a:highlight>
              </a:rPr>
              <a:t>0101010101010101</a:t>
            </a:r>
            <a:r>
              <a:rPr lang="en">
                <a:solidFill>
                  <a:schemeClr val="dk1"/>
                </a:solidFill>
                <a:highlight>
                  <a:srgbClr val="BF9000"/>
                </a:highlight>
              </a:rPr>
              <a:t>1010101010101010</a:t>
            </a:r>
            <a:r>
              <a:rPr lang="en">
                <a:solidFill>
                  <a:schemeClr val="dk1"/>
                </a:solidFill>
                <a:highlight>
                  <a:srgbClr val="134F5C"/>
                </a:highlight>
              </a:rPr>
              <a:t>0101010101010101</a:t>
            </a:r>
            <a:r>
              <a:rPr lang="en">
                <a:solidFill>
                  <a:schemeClr val="dk1"/>
                </a:solidFill>
                <a:highlight>
                  <a:srgbClr val="BF9000"/>
                </a:highlight>
              </a:rPr>
              <a:t>1010101010101010</a:t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207" y="1237500"/>
            <a:ext cx="2413586" cy="22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ctrTitle"/>
          </p:nvPr>
        </p:nvSpPr>
        <p:spPr>
          <a:xfrm>
            <a:off x="311700" y="2058600"/>
            <a:ext cx="8520600" cy="10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Challenge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GUI?</a:t>
            </a: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Difficulty: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System: x86 architecture running an Ubuntu VM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Emulator: QEMU User Mode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QEMU User Mode doesn’t emulate the entire system, only CPU actions, meaning to draw a GUI using only ARM would require either moving to QEMU System Mode, using a library to act as a middle man between the emulation and the OS’s display, or switching to an ARM architecture.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None of these sounded like great options.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700" y="1209675"/>
            <a:ext cx="63246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On-screen Show (16:9)</PresentationFormat>
  <Paragraphs>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Dark</vt:lpstr>
      <vt:lpstr>Bitwise Pattern Generator</vt:lpstr>
      <vt:lpstr>Live Demo</vt:lpstr>
      <vt:lpstr>Branch Diagram</vt:lpstr>
      <vt:lpstr>Buffer Layout and Addressing Math</vt:lpstr>
      <vt:lpstr>Frame Buffer Layout</vt:lpstr>
      <vt:lpstr>Index Math in terms of Bytes</vt:lpstr>
      <vt:lpstr>One Performance Choice</vt:lpstr>
      <vt:lpstr>Bitwise Operations Done on Rows not on Bytes/Bits</vt:lpstr>
      <vt:lpstr>PowerPoint Presentation</vt:lpstr>
      <vt:lpstr>Example</vt:lpstr>
      <vt:lpstr>Example</vt:lpstr>
      <vt:lpstr>One Challenge</vt:lpstr>
      <vt:lpstr>GUI?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Andrew Brain</cp:lastModifiedBy>
  <cp:revision>1</cp:revision>
  <dcterms:modified xsi:type="dcterms:W3CDTF">2026-04-29T17:36:50Z</dcterms:modified>
</cp:coreProperties>
</file>