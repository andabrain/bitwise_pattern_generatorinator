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ab511c1fa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dab511c1fa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dab511c1fa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dab511c1fa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dab511c1fa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dab511c1fa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dab511c1fa_0_8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3dab511c1fa_0_8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dab511c1fa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dab511c1fa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dab511c1f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dab511c1f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dab511c1fa_0_7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dab511c1fa_0_7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dab511c1fa_0_7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dab511c1fa_0_7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dab511c1fa_0_7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dab511c1fa_0_7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dab511c1fa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dab511c1fa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dab511c1fa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3dab511c1f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ab511c1fa_0_7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dab511c1fa_0_7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dab511c1fa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dab511c1fa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dark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Bitwise Pattern Generator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By: Andrew Brain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ctrTitle"/>
          </p:nvPr>
        </p:nvSpPr>
        <p:spPr>
          <a:xfrm>
            <a:off x="311700" y="2020500"/>
            <a:ext cx="8520600" cy="1102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Live Demo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 txBox="1"/>
          <p:nvPr>
            <p:ph type="ctrTitle"/>
          </p:nvPr>
        </p:nvSpPr>
        <p:spPr>
          <a:xfrm>
            <a:off x="311700" y="1545450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Buffer Layout and Addressing Math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Frame Buffer Layout</a:t>
            </a:r>
            <a:endParaRPr/>
          </a:p>
        </p:txBody>
      </p:sp>
      <p:sp>
        <p:nvSpPr>
          <p:cNvPr id="71" name="Google Shape;71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48x48 Grid: 2304 bits (288 bytes), bit-packed frame buffer where every bit represents an individual pixel.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frame buffer can be </a:t>
            </a:r>
            <a:r>
              <a:rPr lang="en"/>
              <a:t>thought</a:t>
            </a:r>
            <a:r>
              <a:rPr lang="en"/>
              <a:t> of as being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48, 6-byte-wide rows. Each 6 bytes represent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row with the MSB representing the leftmost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pixel and the LSB representing the rightmost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pixel.</a:t>
            </a:r>
            <a:endParaRPr/>
          </a:p>
        </p:txBody>
      </p:sp>
      <p:pic>
        <p:nvPicPr>
          <p:cNvPr id="72" name="Google Shape;72;p16"/>
          <p:cNvPicPr preferRelativeResize="0"/>
          <p:nvPr/>
        </p:nvPicPr>
        <p:blipFill rotWithShape="1">
          <a:blip r:embed="rId3">
            <a:alphaModFix/>
          </a:blip>
          <a:srcRect b="6288" l="8792" r="0" t="0"/>
          <a:stretch/>
        </p:blipFill>
        <p:spPr>
          <a:xfrm>
            <a:off x="5084100" y="1613925"/>
            <a:ext cx="3900600" cy="3257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Index Math in terms of Bytes</a:t>
            </a:r>
            <a:endParaRPr/>
          </a:p>
        </p:txBody>
      </p:sp>
      <p:sp>
        <p:nvSpPr>
          <p:cNvPr id="78" name="Google Shape;78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ARM’s load and store instructions are based on bytes, meaning our frame buffer can be thought of as a 288 long array with a byte corresponding to 8 pixels being held in each index. 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Arr = {byte0, byte1, byte2, byte3, byte4, byte5, byte6, byte7, …}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byteIndex = (row * 6) + byteCol                (row : 0-47, byteCol: 0-5)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memoryAddress = byteIndex + frameBufferMemoryAddress 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8"/>
          <p:cNvSpPr txBox="1"/>
          <p:nvPr>
            <p:ph type="ctrTitle"/>
          </p:nvPr>
        </p:nvSpPr>
        <p:spPr>
          <a:xfrm>
            <a:off x="311700" y="2058600"/>
            <a:ext cx="8520600" cy="1026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 Performance Choice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Bitwise Operations Done on Rows not on Bytes/Bits</a:t>
            </a:r>
            <a:endParaRPr/>
          </a:p>
        </p:txBody>
      </p:sp>
      <p:sp>
        <p:nvSpPr>
          <p:cNvPr id="89" name="Google Shape;89;p1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-334328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Branch, store, and load instructions are a drag on performance, so reducing branches and loads can boost performance.</a:t>
            </a:r>
            <a:endParaRPr/>
          </a:p>
          <a:p>
            <a:pPr indent="-334328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We can remove load instructions drag by having bitwise operations not require loading from framebuffer.</a:t>
            </a:r>
            <a:endParaRPr/>
          </a:p>
          <a:p>
            <a:pPr indent="-334328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Efficiency : # bits written / # bits able to be written.</a:t>
            </a:r>
            <a:endParaRPr/>
          </a:p>
          <a:p>
            <a:pPr indent="-334328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Doing a bit-by-bit traversal would mean a 1.5% usage of bitmask and 2304 iterations/branches.</a:t>
            </a:r>
            <a:endParaRPr/>
          </a:p>
          <a:p>
            <a:pPr indent="-334328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Doing a byte-by-byte traversal would mean a 12.5% usage of bitmask and 288 iterations/branches.</a:t>
            </a:r>
            <a:endParaRPr/>
          </a:p>
          <a:p>
            <a:pPr indent="-334328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Doing a full row traversal (48 bits) would mean a 75% usage of bitmask and 48 iterations/branches.</a:t>
            </a:r>
            <a:endParaRPr/>
          </a:p>
          <a:p>
            <a:pPr indent="-334328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If we are clever enough to write all 64 bits of the bitmask we only would need to do 36 iterations/branches.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8786" y="152399"/>
            <a:ext cx="7986428" cy="4838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</a:t>
            </a:r>
            <a:endParaRPr/>
          </a:p>
        </p:txBody>
      </p:sp>
      <p:sp>
        <p:nvSpPr>
          <p:cNvPr id="100" name="Google Shape;100;p21"/>
          <p:cNvSpPr txBox="1"/>
          <p:nvPr>
            <p:ph idx="1" type="body"/>
          </p:nvPr>
        </p:nvSpPr>
        <p:spPr>
          <a:xfrm>
            <a:off x="311700" y="1152475"/>
            <a:ext cx="4322700" cy="239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Zebra Pattern: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01010101 01010101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01010101 01010101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01010101 01010101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01010101 01010101</a:t>
            </a:r>
            <a:endParaRPr/>
          </a:p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311700" y="3547975"/>
            <a:ext cx="8345700" cy="239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Frame Buffer: 64 bits can all be done in one iteration/store-instruction.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0101010101010101010101010101010101010101010101010101010101010101 </a:t>
            </a:r>
            <a:endParaRPr/>
          </a:p>
        </p:txBody>
      </p:sp>
      <p:pic>
        <p:nvPicPr>
          <p:cNvPr id="102" name="Google Shape;102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63659" y="1152475"/>
            <a:ext cx="2340683" cy="2225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</a:t>
            </a:r>
            <a:endParaRPr/>
          </a:p>
        </p:txBody>
      </p:sp>
      <p:sp>
        <p:nvSpPr>
          <p:cNvPr id="108" name="Google Shape;108;p22"/>
          <p:cNvSpPr txBox="1"/>
          <p:nvPr>
            <p:ph idx="1" type="body"/>
          </p:nvPr>
        </p:nvSpPr>
        <p:spPr>
          <a:xfrm>
            <a:off x="311700" y="1152475"/>
            <a:ext cx="4322700" cy="239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Checkerboard</a:t>
            </a:r>
            <a:r>
              <a:rPr lang="en"/>
              <a:t> Pattern: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01010101 01010101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10101010 10101010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01010101 01010101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1010101 010101010</a:t>
            </a:r>
            <a:endParaRPr/>
          </a:p>
        </p:txBody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311700" y="3547975"/>
            <a:ext cx="8345700" cy="239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Frame Buffer: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>
                <a:solidFill>
                  <a:schemeClr val="dk1"/>
                </a:solidFill>
                <a:highlight>
                  <a:srgbClr val="134F5C"/>
                </a:highlight>
              </a:rPr>
              <a:t>0101010101010101</a:t>
            </a:r>
            <a:r>
              <a:rPr lang="en">
                <a:solidFill>
                  <a:schemeClr val="dk1"/>
                </a:solidFill>
                <a:highlight>
                  <a:srgbClr val="BF9000"/>
                </a:highlight>
              </a:rPr>
              <a:t>1010101010101010</a:t>
            </a:r>
            <a:r>
              <a:rPr lang="en">
                <a:solidFill>
                  <a:schemeClr val="dk1"/>
                </a:solidFill>
                <a:highlight>
                  <a:srgbClr val="134F5C"/>
                </a:highlight>
              </a:rPr>
              <a:t>0101010101010101</a:t>
            </a:r>
            <a:r>
              <a:rPr lang="en">
                <a:solidFill>
                  <a:schemeClr val="dk1"/>
                </a:solidFill>
                <a:highlight>
                  <a:srgbClr val="BF9000"/>
                </a:highlight>
              </a:rPr>
              <a:t>1010101010101010</a:t>
            </a:r>
            <a:endParaRPr/>
          </a:p>
        </p:txBody>
      </p:sp>
      <p:pic>
        <p:nvPicPr>
          <p:cNvPr id="110" name="Google Shape;110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27207" y="1237500"/>
            <a:ext cx="2413586" cy="2225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3"/>
          <p:cNvSpPr txBox="1"/>
          <p:nvPr>
            <p:ph type="ctrTitle"/>
          </p:nvPr>
        </p:nvSpPr>
        <p:spPr>
          <a:xfrm>
            <a:off x="311700" y="2058600"/>
            <a:ext cx="8520600" cy="1026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 Challenge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GUI?</a:t>
            </a:r>
            <a:endParaRPr/>
          </a:p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Difficulty: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Current System: x86 </a:t>
            </a:r>
            <a:r>
              <a:rPr lang="en"/>
              <a:t>architecture</a:t>
            </a:r>
            <a:r>
              <a:rPr lang="en"/>
              <a:t> running an Ubuntu VM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Emulator: QEMU User Mode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QEMU User Mode doesn’t emulate the entire system, only CPU actions, meaning to draw a GUI using only ARM would require either moving to QEMU System Mode, using a library to act as a middle man </a:t>
            </a:r>
            <a:r>
              <a:rPr lang="en"/>
              <a:t>between</a:t>
            </a:r>
            <a:r>
              <a:rPr lang="en"/>
              <a:t> </a:t>
            </a:r>
            <a:r>
              <a:rPr lang="en"/>
              <a:t>the</a:t>
            </a:r>
            <a:r>
              <a:rPr lang="en"/>
              <a:t> emulation and the OS’s display, or switching to an ARM </a:t>
            </a:r>
            <a:r>
              <a:rPr lang="en"/>
              <a:t>architecture</a:t>
            </a:r>
            <a:r>
              <a:rPr lang="en"/>
              <a:t>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None of these sounded like great options. 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</a:t>
            </a:r>
            <a:endParaRPr/>
          </a:p>
        </p:txBody>
      </p:sp>
      <p:pic>
        <p:nvPicPr>
          <p:cNvPr id="127" name="Google Shape;127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09700" y="1209675"/>
            <a:ext cx="6324600" cy="2724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6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Branch Diagram</a:t>
            </a:r>
            <a:endParaRPr/>
          </a:p>
        </p:txBody>
      </p:sp>
      <p:pic>
        <p:nvPicPr>
          <p:cNvPr id="133" name="Google Shape;133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20850" y="572700"/>
            <a:ext cx="6078899" cy="4570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